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544800" cy="10058400"/>
  <p:notesSz cx="10058400" cy="1554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9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526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1463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5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 AIs Make Sensible Decisions About Risk?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1280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review. John Blakeslee, July 2026.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11887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test how an AI decides makes economic decisions and where those habits come from.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17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4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Question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1234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systems are starting to make decisions that involve money and risk, things like pricing, approvals, and deciding what to fund.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1234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There’s an assumption that models will decide rationally, but I wanted to use behavioral economics to test if that is true. 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5720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QUESTION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1234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an AI picks between a sure amount and a gamble, what are its preference primitives, and if there are behavioral deviations from strict rationality, where in the training process did those come from?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17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4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How I Test It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1371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treat the AI like a subject in an economics experiment. I ask it thousands of carefully controlled either/or money questions, then use economics to read the choices back into preferences.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10058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152400" tIns="152400" rIns="152400" bIns="15240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A: receive $58 for certain.</a:t>
            </a:r>
            <a:endParaRPr lang="en-US" sz="20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B: receive $116 with 66% probability, otherwise $0.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85216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change one thing at a time (the odds, the prize, the wording), so any change in behavior traces to that one thing.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63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3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Finding 1: It Follows the Odds, Not the Money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gamble is involved, the AI decides almost entirely on how likely it is to win, and barely on how much it could win.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5120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TERMS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5486400"/>
            <a:ext cx="6766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chases likely wins and turns down long shots no matter how big the prize. It reads dollar amounts fine when there is no gamble.</a:t>
            </a:r>
            <a:endParaRPr lang="en-US" sz="1900" dirty="0"/>
          </a:p>
        </p:txBody>
      </p:sp>
      <p:pic>
        <p:nvPicPr>
          <p:cNvPr id="14" name="Image 0" descr="/Users/johnpb89/Code/llm-revealed-preferences/writeups/figures/fig3_empiric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94560"/>
            <a:ext cx="7223760" cy="51010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63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3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Finding 2: Change One Word, Change the Choice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gave the AI the exact same gamble twice, same odds and same dollars, changing only whether the downside was called "a loss" or just "getting nothing."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TERMS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5577840"/>
            <a:ext cx="6766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took the gamble about four times less often when the downside was called a loss. A rational decider would ignore the wording. This one does not, which means whoever writes the wording can steer its choice.</a:t>
            </a:r>
            <a:endParaRPr lang="en-US" sz="1900" dirty="0"/>
          </a:p>
        </p:txBody>
      </p:sp>
      <p:pic>
        <p:nvPicPr>
          <p:cNvPr id="14" name="Image 0" descr="/Users/johnpb89/Code/llm-revealed-preferences/writeups/figures/fig5_fram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377440"/>
            <a:ext cx="7223760" cy="49139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63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3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What's Next: Where Do the Habits Come From?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1389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models go through a final training step that teaches them to be helpful and follow instructions. My next phase compares the same model just before and just after that step.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1389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habit shows up only after training, the training created it. If it is already there before, it came from the raw data the model learned from.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57200" y="5577840"/>
            <a:ext cx="3291840" cy="10972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BEFORE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final step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977640" y="6126480"/>
            <a:ext cx="128016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94960" y="5577840"/>
            <a:ext cx="3291840" cy="109728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AFTER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final step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6858000"/>
            <a:ext cx="1371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the two. The difference is what the training added.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7772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8138160"/>
            <a:ext cx="1371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measurement tool is built and tested; this comparison is the next run.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9525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39596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65199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908024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64056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868680"/>
            <a:ext cx="1417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3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Why It Matters and Where I Am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1389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AIs take on real economic decisions, these are predictable, steerable biases. Measuring them is how we decide when to trust an AI in a high-stakes seat, and it gives regulators and labs a rigorous way to check a model before it is deployed.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5720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5120640"/>
            <a:ext cx="1389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 tool built and validated against a known answer. Phases 1 and 2 done. Phase 3, the before-and-after-training comparison, is next.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7200" y="7040880"/>
            <a:ext cx="1389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thread so far: this AI's risky choices follow the surface of the question, the odds and the wording, more than the real economics underneath.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614</Words>
  <Application>Microsoft Macintosh PowerPoint</Application>
  <PresentationFormat>Custom</PresentationFormat>
  <Paragraphs>44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John Blakeslee</cp:lastModifiedBy>
  <cp:revision>2</cp:revision>
  <dcterms:created xsi:type="dcterms:W3CDTF">2026-08-05T03:56:21Z</dcterms:created>
  <dcterms:modified xsi:type="dcterms:W3CDTF">2026-08-05T16:18:10Z</dcterms:modified>
</cp:coreProperties>
</file>