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5544800" cy="10058400"/>
  <p:notesSz cx="10058400" cy="1554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9525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395960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4" name="Shape 2"/>
          <p:cNvSpPr/>
          <p:nvPr/>
        </p:nvSpPr>
        <p:spPr>
          <a:xfrm>
            <a:off x="1365199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908024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164056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37360"/>
            <a:ext cx="1463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pPr algn="l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AIs Make Sensible Decisions About Risk?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In-process review. John Blakeslee, July 2026.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1188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test how an AI decides between a sure thing and a gamble, and where its habits come from.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9525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39596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651992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5" name="Shape 3"/>
          <p:cNvSpPr/>
          <p:nvPr/>
        </p:nvSpPr>
        <p:spPr>
          <a:xfrm>
            <a:off x="13908024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164056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868680"/>
            <a:ext cx="1417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Question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1234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systems are starting to make real decisions that involve money and risk, things like pricing, approvals, and deciding what to fund.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1234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it matters whether they decide sensibly, and whether we can predict and trust how they choose.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5720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QUESTION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1234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an AI picks between a sure amount and a gamble, what is it really doing, and where did that behavior come from?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9525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39596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65199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908024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6" name="Shape 4"/>
          <p:cNvSpPr/>
          <p:nvPr/>
        </p:nvSpPr>
        <p:spPr>
          <a:xfrm>
            <a:off x="14164056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868680"/>
            <a:ext cx="1417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How I Test It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371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treat the AI like a subject in an economics experiment. I ask it thousands of carefully controlled either/or money questions, then use economics to read the choices back into preferences.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10058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A: receive $58 for certain.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B: receive $116 with 66% probability, otherwise $0.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5852160"/>
            <a:ext cx="1371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change one thing at a time (the odds, the prize, the wording), so any change in behavior traces to that one thing.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9525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39596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65199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908024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164056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7" name="Shape 5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868680"/>
            <a:ext cx="1463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pPr algn="l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Finding 1: It Follows the Odds, Not the Money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gamble is involved, the AI decides almost entirely on how likely it is to win, and barely on how much it could win.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PLAIN TERMS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486400"/>
            <a:ext cx="676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chases likely wins and turns down long shots no matter how big the prize. It reads dollar amounts fine when there is no gamble, so this is a specific blind spot, not bad math.</a:t>
            </a:r>
            <a:endParaRPr lang="en-US" sz="1900" dirty="0"/>
          </a:p>
        </p:txBody>
      </p:sp>
      <p:pic>
        <p:nvPicPr>
          <p:cNvPr id="14" name="Image 0" descr="/Users/johnpb89/Code/llm-revealed-preferences/writeups/figures/fig3_empirical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194560"/>
            <a:ext cx="7223760" cy="51010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9525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39596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65199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908024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164056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8" name="Shape 6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868680"/>
            <a:ext cx="1463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pPr algn="l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Finding 2: Change One Word, Change the Choice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gave the AI the exact same gamble twice, same odds and same dollars, changing only whether the downside was called "a loss" or just "getting nothing."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PLAIN TERMS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577840"/>
            <a:ext cx="6766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took the gamble about four times less often when the downside was called a loss. A rational decider would ignore the wording. This one does not, which means whoever writes the wording can steer its choice.</a:t>
            </a:r>
            <a:endParaRPr lang="en-US" sz="1900" dirty="0"/>
          </a:p>
        </p:txBody>
      </p:sp>
      <p:pic>
        <p:nvPicPr>
          <p:cNvPr id="14" name="Image 0" descr="/Users/johnpb89/Code/llm-revealed-preferences/writeups/figures/fig5_fram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377440"/>
            <a:ext cx="7223760" cy="49139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9525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39596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65199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908024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164056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9" name="Shape 7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868680"/>
            <a:ext cx="1463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pPr algn="l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What's Next: Where Do the Habits Come From?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1389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models go through a final training step that teaches them to be helpful and follow instructions. My next phase compares the same model just before and just after that step.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1389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habit shows up only after training, the training created it. If it is already there before, it came from the raw data the model learned from.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7200" y="5577840"/>
            <a:ext cx="3291840" cy="10972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BEFORE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step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977640" y="6126480"/>
            <a:ext cx="12801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394960" y="5577840"/>
            <a:ext cx="3291840" cy="10972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AFTER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step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" y="6858000"/>
            <a:ext cx="1371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the two. The difference is what the training added.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7772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8138160"/>
            <a:ext cx="1371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measurement tool is built and tested; this comparison is the next run.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14630400" cy="0"/>
          </a:xfrm>
          <a:prstGeom prst="line">
            <a:avLst/>
          </a:prstGeom>
          <a:noFill/>
          <a:ln w="9525">
            <a:solidFill>
              <a:srgbClr val="758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39596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651992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908024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164056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420088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676120" y="9619488"/>
            <a:ext cx="182880" cy="182880"/>
          </a:xfrm>
          <a:prstGeom prst="ellipse">
            <a:avLst/>
          </a:prstGeom>
          <a:solidFill>
            <a:srgbClr val="758C58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932152" y="9619488"/>
            <a:ext cx="182880" cy="182880"/>
          </a:xfrm>
          <a:prstGeom prst="ellipse">
            <a:avLst/>
          </a:prstGeom>
          <a:solidFill>
            <a:srgbClr val="758C5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868680"/>
            <a:ext cx="1417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pPr algn="l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Why It Matters and Where I Am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1389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AIs take on real economic decisions, these are predictable, steerable biases. Measuring them is how we decide when to trust an AI in a high-stakes seat, and it gives regulators and labs a rigorous way to check a model before it is deployed.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58C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120640"/>
            <a:ext cx="1389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Measurement tool built and validated against a known answer. Phases 1 and 2 done. Phase 3, the before-and-after-training comparison, is next.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7200" y="7040880"/>
            <a:ext cx="1389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thread so far: this AI's risky choices follow the surface of the question, the odds and the wording, more than the real economics underneath.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2026-08-05T03:56:21Z</dcterms:created>
  <dcterms:modified xsi:type="dcterms:W3CDTF">2026-08-05T03:56:21Z</dcterms:modified>
</cp:coreProperties>
</file>