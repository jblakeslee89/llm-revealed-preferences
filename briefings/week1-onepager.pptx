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544800" cy="10058400"/>
  <p:notesSz cx="10058400" cy="1554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1417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the Training Teach the Bias?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417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Sharpening one question about how AI makes risky choices.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FIRST ASKED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AI systems share the same blind spots people have when taking risks?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38160" y="2377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I 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27889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those blind spots come from, and did the AI's final training step put them there?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5852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 PIVOTED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26364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question is nearly settled. AI systems already show human-like, if shaky, caution about losses (Liu et al. 2025; Xie et al. 2025).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Yet one study finds an AI's instruction training can introduce human decision biases (Itzhak et al. 2024). No one has tested that for money and risk. That gap is mine.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5852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 · 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626364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build the measuring tool and run the first test: thousands of clean, controlled money choices put to an AI.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prove it works by recovering an answer I already know, before the real before-and-after-training comparison.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918972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Liu, Yang &amp; Tam, EMNLP 2025 · Xie et al., “Prospect Theory Fails for LLMs,” 2025 · Itzhak et al., TACL 2024 · Bini, Cong, Huang &amp; Jin, NBER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932152" y="943660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Did the Training Teach the Bias?</dc:title>
  <dc:subject>PptxGenJS Presentation</dc:subject>
  <dc:creator>J. Blakeslee</dc:creator>
  <cp:lastModifiedBy>J. Blakeslee</cp:lastModifiedBy>
  <cp:revision>1</cp:revision>
  <dcterms:created xsi:type="dcterms:W3CDTF">2026-07-06T19:29:41Z</dcterms:created>
  <dcterms:modified xsi:type="dcterms:W3CDTF">2026-07-06T19:29:41Z</dcterms:modified>
</cp:coreProperties>
</file>