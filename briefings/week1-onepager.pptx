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5544800" cy="10058400"/>
  <p:notesSz cx="10058400" cy="155448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8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85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118474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85800"/>
            <a:ext cx="14630400" cy="0"/>
          </a:xfrm>
          <a:prstGeom prst="line">
            <a:avLst/>
          </a:prstGeom>
          <a:noFill/>
          <a:ln w="6350">
            <a:solidFill>
              <a:srgbClr val="758C5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417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dirty="0">
                <a:solidFill>
                  <a:srgbClr val="758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</a:t>
            </a:r>
            <a:r>
              <a:rPr lang="en-US" sz="44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 the Training Teach the Bias?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417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758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Sharpening one question about how AI makes risky choices.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kern="0" spc="200" dirty="0">
                <a:solidFill>
                  <a:srgbClr val="758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FIRST ASKED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788920"/>
            <a:ext cx="6949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AI systems share the same blind spots people have when taking risks?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138160" y="237744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kern="0" spc="200" dirty="0">
                <a:solidFill>
                  <a:srgbClr val="758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NOW I ASK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138160" y="2788920"/>
            <a:ext cx="6949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do those blind spots come from, and did the AI's final training step put them there?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57200" y="58521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kern="0" spc="200" dirty="0">
                <a:solidFill>
                  <a:srgbClr val="758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I PIVOTED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57200" y="6263640"/>
            <a:ext cx="6949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200"/>
              </a:spcAft>
              <a:buNone/>
            </a:pPr>
            <a:r>
              <a:rPr lang="en-US" sz="20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first question is nearly settled. AI systems already show human-like, if shaky, caution about losses (Liu et al. 2025; Xie et al. 2025).</a:t>
            </a:r>
            <a:endParaRPr lang="en-US" sz="2000" dirty="0"/>
          </a:p>
          <a:p>
            <a:pPr marL="0" indent="0" algn="l">
              <a:buNone/>
            </a:pPr>
            <a:r>
              <a:rPr lang="en-US" sz="20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Yet one study finds an AI's instruction training can introduce human decision biases (Itzhak et al. 2024). </a:t>
            </a:r>
            <a:r>
              <a:rPr lang="en-US" sz="2000" b="1" u="sng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one has tested that for money and risk. That gap is mine.</a:t>
            </a:r>
            <a:endParaRPr lang="en-US" sz="2000" b="1" u="sng" dirty="0"/>
          </a:p>
        </p:txBody>
      </p:sp>
      <p:sp>
        <p:nvSpPr>
          <p:cNvPr id="11" name="Text 9"/>
          <p:cNvSpPr/>
          <p:nvPr/>
        </p:nvSpPr>
        <p:spPr>
          <a:xfrm>
            <a:off x="8138160" y="58521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kern="0" spc="200" dirty="0">
                <a:solidFill>
                  <a:srgbClr val="758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WEEK · PHASE 1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8138160" y="6263640"/>
            <a:ext cx="6949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200"/>
              </a:spcAft>
              <a:buNone/>
            </a:pPr>
            <a:r>
              <a:rPr lang="en-US" sz="20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build the measuring tool and run the first test: thousands of clean, controlled money (lottery) choices put to an AI.</a:t>
            </a:r>
            <a:endParaRPr lang="en-US" sz="2000" dirty="0"/>
          </a:p>
          <a:p>
            <a:pPr marL="0" indent="0" algn="l">
              <a:buNone/>
            </a:pPr>
            <a:r>
              <a:rPr lang="en-US" sz="20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prove it works by recovering an answer I already know, before the real before-and-after-training comparison.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7200" y="9189720"/>
            <a:ext cx="1371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Liu, Yang &amp; Tam, EMNLP 2025 · Xie et al., “Prospect Theory Fails for LLMs,” 2025 · Itzhak et al., TACL 2024 · Bini, Cong, Huang &amp; Jin, NBER 2026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4932152" y="9436608"/>
            <a:ext cx="182880" cy="182880"/>
          </a:xfrm>
          <a:prstGeom prst="ellipse">
            <a:avLst/>
          </a:prstGeom>
          <a:solidFill>
            <a:srgbClr val="758C58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216</Words>
  <Application>Microsoft Macintosh PowerPoint</Application>
  <PresentationFormat>Custom</PresentationFormat>
  <Paragraphs>14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Inter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Did the Training Teach the Bias?</dc:title>
  <dc:subject>PptxGenJS Presentation</dc:subject>
  <dc:creator>J. Blakeslee</dc:creator>
  <cp:lastModifiedBy>John Blakeslee</cp:lastModifiedBy>
  <cp:revision>2</cp:revision>
  <dcterms:created xsi:type="dcterms:W3CDTF">2026-07-06T19:29:41Z</dcterms:created>
  <dcterms:modified xsi:type="dcterms:W3CDTF">2026-07-06T19:36:19Z</dcterms:modified>
</cp:coreProperties>
</file>