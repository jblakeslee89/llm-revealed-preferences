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5544800" cy="10058400"/>
  <p:notesSz cx="10058400" cy="1554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4" name="Shape 2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 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Question We're Really Asking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371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systems are starting to make real decisions about money and risk: approving things, setting prices, deciding what to fund. So it matters whether they decide sensibly, or whether they have predictable blind spots.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WE STARTED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first asked: do these AI systems have the same blind spots people do when taking risks?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638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WE LANDED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37490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just DOES the AI have these blind spots, but WHERE they come from. Did the AI's training put them there?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371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Other researchers had mostly answered the first question already. So we asked a better one.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6675120"/>
            <a:ext cx="1371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can test this by comparing an AI just before and just after its final training step. If a blind spot only shows up afterward, the training created it. No one has checked this the way we are.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5" name="Shape 3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 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Makes This Trustworthy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417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result like this is only worth anything if the test is clean. Here is how we keep it honest.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CHEATING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2807208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invent brand-new money questions, so the AI cannot just repeat answers it saw in training.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SHORTCUTS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3767328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guard against the AI simply picking whichever option is listed first.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QUESTION, MANY WAYS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4727448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word each question several different ways and check the answer holds up.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CONFIDENCE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5687568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read how sure the AI actually is, not just the answer it blurts out.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675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6647688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lock the exact version of the AI, so anyone can rerun the test and get the same thing.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8138160"/>
            <a:ext cx="1417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quick studies skip these. That is the difference between a demo and evidence.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 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Things Stand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371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measuring tool is built and tested. We checked it against a case where we already knew the right answer, and it got it right. So we trust it.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the tool at real AI systems and compare before-training and after-training.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6400800"/>
            <a:ext cx="14447520" cy="0"/>
          </a:xfrm>
          <a:prstGeom prst="line">
            <a:avLst/>
          </a:prstGeom>
          <a:noFill/>
          <a:ln w="6350">
            <a:solidFill>
              <a:srgbClr val="758C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6236208"/>
            <a:ext cx="0" cy="329184"/>
          </a:xfrm>
          <a:prstGeom prst="line">
            <a:avLst/>
          </a:prstGeom>
          <a:noFill/>
          <a:ln w="12700">
            <a:solidFill>
              <a:srgbClr val="758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6568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the tool (done)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64480" y="6236208"/>
            <a:ext cx="0" cy="329184"/>
          </a:xfrm>
          <a:prstGeom prst="line">
            <a:avLst/>
          </a:prstGeom>
          <a:noFill/>
          <a:ln w="12700">
            <a:solidFill>
              <a:srgbClr val="758C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0" y="66568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real result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80320" y="6236208"/>
            <a:ext cx="0" cy="329184"/>
          </a:xfrm>
          <a:prstGeom prst="line">
            <a:avLst/>
          </a:prstGeom>
          <a:noFill/>
          <a:ln w="12700">
            <a:solidFill>
              <a:srgbClr val="758C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5840" y="66568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before-and-after comparison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4996160" y="6236208"/>
            <a:ext cx="0" cy="329184"/>
          </a:xfrm>
          <a:prstGeom prst="line">
            <a:avLst/>
          </a:prstGeom>
          <a:noFill/>
          <a:ln w="12700">
            <a:solidFill>
              <a:srgbClr val="758C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978640" y="66568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up and brief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229600"/>
            <a:ext cx="1417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will have a real answer early. Everything after that only makes it stronger.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Pivot Briefing (Plain)</dc:title>
  <dc:subject>PptxGenJS Presentation</dc:subject>
  <dc:creator>RCG</dc:creator>
  <cp:lastModifiedBy>RCG</cp:lastModifiedBy>
  <cp:revision>1</cp:revision>
  <dcterms:created xsi:type="dcterms:W3CDTF">2026-07-06T19:20:13Z</dcterms:created>
  <dcterms:modified xsi:type="dcterms:W3CDTF">2026-07-06T19:20:13Z</dcterms:modified>
</cp:coreProperties>
</file>